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27"/>
    <p:restoredTop sz="94662"/>
  </p:normalViewPr>
  <p:slideViewPr>
    <p:cSldViewPr snapToGrid="0">
      <p:cViewPr varScale="1">
        <p:scale>
          <a:sx n="92" d="100"/>
          <a:sy n="92" d="100"/>
        </p:scale>
        <p:origin x="184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620C4-4D47-AD40-7D84-17F7245476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013CA1-62D5-A7E5-92E5-76E8E80468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55FB3-D019-6234-74AC-3B7359C0A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02FC-05B2-E44C-996C-5CF22B72B6B2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33C5D-B7F8-0C3A-977F-2F6D16566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03410-5D21-FD7C-D5F9-50B8BA059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3EC40-9993-F247-AF4B-0BF43A836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100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6719A-5083-4076-F352-F85356B40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63C77-6670-7CD5-0C7C-38A487C59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70B4D-F5FA-AE63-C5F2-676557DFF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02FC-05B2-E44C-996C-5CF22B72B6B2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1E058-A745-F0EC-3D5A-E40ED0F8B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D9047-5738-CB86-EA69-1F2EFDF49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3EC40-9993-F247-AF4B-0BF43A836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727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FCD3E-CB0E-B6C9-8776-EC481728F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BEE8B-25F6-C670-3EA4-500E9E4DF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1012F-D70D-ED90-E2EF-E8B0EF094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02FC-05B2-E44C-996C-5CF22B72B6B2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60329-1735-F420-0E06-E48C8791E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141B7-2B40-7EE3-42B5-A686593FE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3EC40-9993-F247-AF4B-0BF43A836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068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DC89F-B8F5-086A-73E7-2F8A4659F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88CF9-08C2-3B8B-59A6-C827D8E52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29DE2-DFEC-9251-F288-761814EE1E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4A8C3C-E901-5269-3A4A-C6DFD531C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02FC-05B2-E44C-996C-5CF22B72B6B2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697676-0F18-DFA0-FBFD-E259285BA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064DD4-B8F0-4A37-8E32-5768B48A1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3EC40-9993-F247-AF4B-0BF43A836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664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8BD01-9757-090B-A2CD-8FAB49E20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7A9AC2-F6B2-32BB-2912-ACEE2F7F6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174E62-244F-D073-8F06-B69B76AC43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4106B-3D22-68A4-C0DC-F0D6A02208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BB32E6-8008-7438-EBCE-A2EF2DA2A1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5B74A6-5B6B-C7D5-EF69-1934E02C3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02FC-05B2-E44C-996C-5CF22B72B6B2}" type="datetimeFigureOut">
              <a:rPr lang="en-US" smtClean="0"/>
              <a:t>3/13/26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D5B216-3D5A-D8B8-CAB6-F8A9269F2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F18B47-CB38-906A-0229-CDBCD24F6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3EC40-9993-F247-AF4B-0BF43A836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012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C01C5-8FF9-722E-A751-946384CD7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AE4E7E-F455-D394-E3E2-C21488B22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02FC-05B2-E44C-996C-5CF22B72B6B2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D0E54A-A65E-A74E-AE6B-30287FA97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36E516-4DAF-56D0-8CBC-7AA69D736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3EC40-9993-F247-AF4B-0BF43A836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94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888CD2-7C01-75A4-7867-40622C2D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02FC-05B2-E44C-996C-5CF22B72B6B2}" type="datetimeFigureOut">
              <a:rPr lang="en-US" smtClean="0"/>
              <a:t>3/13/26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E62089-5B5A-6769-B080-C7875C3A5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3F79D-A21B-FAEE-6398-6BFBDAC9D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3EC40-9993-F247-AF4B-0BF43A836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744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8CDA5-782C-06F3-9D16-64175F72A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E5188-20CC-F858-7A21-4975E7753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4FBCDC-0581-BE74-0C1F-79DCD9546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C0330E-9C64-9D17-37CE-56BD92090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02FC-05B2-E44C-996C-5CF22B72B6B2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F05D45-CF39-1BDC-3C17-360DA3BC1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608BD9-03DD-D863-6A94-217AD4D09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3EC40-9993-F247-AF4B-0BF43A836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318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4E883-6C56-0EE5-5099-5F22C47FA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EED0BC-0D18-7CA8-667E-6DF3C4E066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A40EC6-ABF8-BF4C-5795-000FC5EC56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A3AFC-36B6-45AB-EAAE-18F707E75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02FC-05B2-E44C-996C-5CF22B72B6B2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A88451-8364-5E70-7FD3-A166B917C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133A01-39A0-CD83-C968-84211C87E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3EC40-9993-F247-AF4B-0BF43A836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044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E204D-5BC8-D9BE-74B5-003341FBC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7DC54E-D132-6241-295D-D4897C4C61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DE202-50E4-6B76-D885-D046530C6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02FC-05B2-E44C-996C-5CF22B72B6B2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27271-31DB-0CC9-FDD6-BA6855995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23DBB-8962-7ED0-B8EB-48C31D1D8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3EC40-9993-F247-AF4B-0BF43A836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894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E7A381-2514-A940-0461-DF0C102FAB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61FAF5-1EDB-FEF0-AD86-C9A5301FD1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81DEE-7B30-F7F2-6775-DC8BC3D2D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02FC-05B2-E44C-996C-5CF22B72B6B2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FD84A-D75D-4867-3023-63A936E2D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DD1EA-4EE1-EB01-7707-6288106A6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3EC40-9993-F247-AF4B-0BF43A836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128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4D930D-720C-CC40-BF28-487386660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9EA27-448F-07ED-8171-5D4A2A810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5825D-96F4-670C-8558-23EDC1D220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9102FC-05B2-E44C-996C-5CF22B72B6B2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84E47-3D27-70D9-D42F-9093EC11E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8FB05-CC05-2A03-4AF3-0B471C9433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3EC40-9993-F247-AF4B-0BF43A836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6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openxmlformats.org/officeDocument/2006/relationships/image" Target="../media/image2.gi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microsoft.com/office/2007/relationships/hdphoto" Target="../media/hdphoto6.wdp"/><Relationship Id="rId5" Type="http://schemas.openxmlformats.org/officeDocument/2006/relationships/image" Target="../media/image2.gif"/><Relationship Id="rId10" Type="http://schemas.openxmlformats.org/officeDocument/2006/relationships/image" Target="../media/image6.png"/><Relationship Id="rId4" Type="http://schemas.microsoft.com/office/2007/relationships/hdphoto" Target="../media/hdphoto3.wdp"/><Relationship Id="rId9" Type="http://schemas.microsoft.com/office/2007/relationships/hdphoto" Target="../media/hdphoto5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B502D-0C38-D7D0-6656-D168ABF82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0" name="Picture 16" descr="Lowland Streaked Tenrec Hemicentetes Semispinosus Stock Photo 623706956 |  Shutterstock">
            <a:extLst>
              <a:ext uri="{FF2B5EF4-FFF2-40B4-BE49-F238E27FC236}">
                <a16:creationId xmlns:a16="http://schemas.microsoft.com/office/drawing/2014/main" id="{8DB7442B-98EC-A5F2-140A-B1FA0B1375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37949" y1="37500" x2="46410" y2="39286"/>
                        <a14:foregroundMark x1="41795" y1="34286" x2="43077" y2="39286"/>
                        <a14:foregroundMark x1="35128" y1="38929" x2="40513" y2="42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989" y="3517970"/>
            <a:ext cx="2797179" cy="2008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Asian Tiger Mosquito Prevention and Control">
            <a:extLst>
              <a:ext uri="{FF2B5EF4-FFF2-40B4-BE49-F238E27FC236}">
                <a16:creationId xmlns:a16="http://schemas.microsoft.com/office/drawing/2014/main" id="{DFA7DB6E-CA19-FCFF-8060-47E869051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1408" y="3695918"/>
            <a:ext cx="1822962" cy="1830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2,100+ White Porcupine Stock Photos, Pictures &amp; Royalty-Free Images - iStock">
            <a:extLst>
              <a:ext uri="{FF2B5EF4-FFF2-40B4-BE49-F238E27FC236}">
                <a16:creationId xmlns:a16="http://schemas.microsoft.com/office/drawing/2014/main" id="{C8CEE7D1-63A4-74E4-7015-FD7EB5E8C6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1756" y="870420"/>
            <a:ext cx="3181389" cy="2120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9DD9BF1-9D13-6DD5-06EF-72C780F6EFCA}"/>
              </a:ext>
            </a:extLst>
          </p:cNvPr>
          <p:cNvSpPr/>
          <p:nvPr/>
        </p:nvSpPr>
        <p:spPr>
          <a:xfrm>
            <a:off x="4982281" y="760174"/>
            <a:ext cx="2340864" cy="2341418"/>
          </a:xfrm>
          <a:prstGeom prst="rect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DF2054-FB6A-E244-1380-2A1CB6FEE690}"/>
              </a:ext>
            </a:extLst>
          </p:cNvPr>
          <p:cNvSpPr/>
          <p:nvPr/>
        </p:nvSpPr>
        <p:spPr>
          <a:xfrm>
            <a:off x="2848681" y="3351376"/>
            <a:ext cx="2340864" cy="2341418"/>
          </a:xfrm>
          <a:prstGeom prst="rect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5B4A8E-30B8-4051-E831-AE36677AA102}"/>
              </a:ext>
            </a:extLst>
          </p:cNvPr>
          <p:cNvSpPr/>
          <p:nvPr/>
        </p:nvSpPr>
        <p:spPr>
          <a:xfrm>
            <a:off x="7002457" y="3351376"/>
            <a:ext cx="2340864" cy="2341418"/>
          </a:xfrm>
          <a:prstGeom prst="rect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2B56F70B-A418-AB85-32B7-16557DC454D0}"/>
              </a:ext>
            </a:extLst>
          </p:cNvPr>
          <p:cNvSpPr/>
          <p:nvPr/>
        </p:nvSpPr>
        <p:spPr>
          <a:xfrm>
            <a:off x="6470073" y="277341"/>
            <a:ext cx="1981200" cy="1064139"/>
          </a:xfrm>
          <a:prstGeom prst="wedgeRoundRectCallou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653AF543-013E-94C2-CC1A-E3CDE6D18105}"/>
              </a:ext>
            </a:extLst>
          </p:cNvPr>
          <p:cNvSpPr/>
          <p:nvPr/>
        </p:nvSpPr>
        <p:spPr>
          <a:xfrm>
            <a:off x="8451273" y="2451764"/>
            <a:ext cx="1981200" cy="1064139"/>
          </a:xfrm>
          <a:prstGeom prst="wedgeRoundRectCallout">
            <a:avLst>
              <a:gd name="adj1" fmla="val -23630"/>
              <a:gd name="adj2" fmla="val 67708"/>
              <a:gd name="adj3" fmla="val 16667"/>
            </a:avLst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08402EAD-2272-E81C-C7E2-1CD0E904B774}"/>
              </a:ext>
            </a:extLst>
          </p:cNvPr>
          <p:cNvSpPr/>
          <p:nvPr/>
        </p:nvSpPr>
        <p:spPr>
          <a:xfrm>
            <a:off x="1564044" y="2459276"/>
            <a:ext cx="1981200" cy="1064139"/>
          </a:xfrm>
          <a:prstGeom prst="wedgeRoundRectCallout">
            <a:avLst>
              <a:gd name="adj1" fmla="val 37908"/>
              <a:gd name="adj2" fmla="val 74218"/>
              <a:gd name="adj3" fmla="val 16667"/>
            </a:avLst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B59261-9699-57C4-75C0-E2E056DE4DB0}"/>
              </a:ext>
            </a:extLst>
          </p:cNvPr>
          <p:cNvSpPr txBox="1"/>
          <p:nvPr/>
        </p:nvSpPr>
        <p:spPr>
          <a:xfrm>
            <a:off x="6773579" y="630631"/>
            <a:ext cx="1374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an </a:t>
            </a:r>
            <a:r>
              <a:rPr lang="en-US" b="1" dirty="0"/>
              <a:t>A</a:t>
            </a:r>
            <a:r>
              <a:rPr lang="en-US" dirty="0"/>
              <a:t>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0E56EF-090B-5610-0364-ACB34039EE0E}"/>
              </a:ext>
            </a:extLst>
          </p:cNvPr>
          <p:cNvSpPr txBox="1"/>
          <p:nvPr/>
        </p:nvSpPr>
        <p:spPr>
          <a:xfrm>
            <a:off x="1819188" y="2803957"/>
            <a:ext cx="1525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a </a:t>
            </a:r>
            <a:r>
              <a:rPr lang="en-US" b="1" dirty="0"/>
              <a:t>A/B</a:t>
            </a:r>
            <a:r>
              <a:rPr lang="en-US" dirty="0"/>
              <a:t>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88565F-0662-1768-130A-2C74C0DEDFC5}"/>
              </a:ext>
            </a:extLst>
          </p:cNvPr>
          <p:cNvSpPr txBox="1"/>
          <p:nvPr/>
        </p:nvSpPr>
        <p:spPr>
          <a:xfrm>
            <a:off x="8704762" y="2815451"/>
            <a:ext cx="1660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an </a:t>
            </a:r>
            <a:r>
              <a:rPr lang="en-US" b="1" dirty="0"/>
              <a:t>A/X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01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asket PNG Transparent Images Free Download | Vector Files | Pngtree">
            <a:extLst>
              <a:ext uri="{FF2B5EF4-FFF2-40B4-BE49-F238E27FC236}">
                <a16:creationId xmlns:a16="http://schemas.microsoft.com/office/drawing/2014/main" id="{7A75A492-1E9D-4927-13B7-34AC39C32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909" y="1136412"/>
            <a:ext cx="3482788" cy="3482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Basket PNG Transparent Images Free Download | Vector Files | Pngtree">
            <a:extLst>
              <a:ext uri="{FF2B5EF4-FFF2-40B4-BE49-F238E27FC236}">
                <a16:creationId xmlns:a16="http://schemas.microsoft.com/office/drawing/2014/main" id="{790E1340-F78A-0CB0-6126-5966B4622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4606" y="1136412"/>
            <a:ext cx="3482788" cy="3482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Basket PNG Transparent Images Free Download | Vector Files | Pngtree">
            <a:extLst>
              <a:ext uri="{FF2B5EF4-FFF2-40B4-BE49-F238E27FC236}">
                <a16:creationId xmlns:a16="http://schemas.microsoft.com/office/drawing/2014/main" id="{DB8A17D3-293B-CF6A-A95F-F31EF36D8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3303" y="1136412"/>
            <a:ext cx="3482788" cy="3482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Lowland Streaked Tenrec Hemicentetes Semispinosus Stock Photo 623706956 |  Shutterstock">
            <a:extLst>
              <a:ext uri="{FF2B5EF4-FFF2-40B4-BE49-F238E27FC236}">
                <a16:creationId xmlns:a16="http://schemas.microsoft.com/office/drawing/2014/main" id="{862AFE1A-5350-45E9-95A7-D8099436B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7949" y1="37500" x2="46410" y2="39286"/>
                        <a14:foregroundMark x1="41795" y1="34286" x2="43077" y2="39286"/>
                        <a14:foregroundMark x1="35128" y1="38929" x2="40513" y2="42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107" y="9347"/>
            <a:ext cx="2797179" cy="2008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Asian Tiger Mosquito Prevention and Control">
            <a:extLst>
              <a:ext uri="{FF2B5EF4-FFF2-40B4-BE49-F238E27FC236}">
                <a16:creationId xmlns:a16="http://schemas.microsoft.com/office/drawing/2014/main" id="{983FD38E-AA9D-2EB1-DE23-C35E42EC62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9136" y="133538"/>
            <a:ext cx="1822962" cy="1830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2,100+ White Porcupine Stock Photos, Pictures &amp; Royalty-Free Images - iStock">
            <a:extLst>
              <a:ext uri="{FF2B5EF4-FFF2-40B4-BE49-F238E27FC236}">
                <a16:creationId xmlns:a16="http://schemas.microsoft.com/office/drawing/2014/main" id="{1F2E758A-5465-9B23-6072-764C44E29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7167" y="1488245"/>
            <a:ext cx="3181389" cy="2120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Basket PNG Transparent Images Free Download | Vector Files | Pngtree">
            <a:extLst>
              <a:ext uri="{FF2B5EF4-FFF2-40B4-BE49-F238E27FC236}">
                <a16:creationId xmlns:a16="http://schemas.microsoft.com/office/drawing/2014/main" id="{65E6356C-7F7D-AF05-3FDF-0B9F1727C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backgroundMark x1="16111" y1="46389" x2="51111" y2="49722"/>
                        <a14:backgroundMark x1="51111" y1="49722" x2="78333" y2="43333"/>
                        <a14:backgroundMark x1="85556" y1="47500" x2="28889" y2="47500"/>
                        <a14:backgroundMark x1="23889" y1="43333" x2="63056" y2="39722"/>
                        <a14:backgroundMark x1="63056" y1="39722" x2="79444" y2="41944"/>
                        <a14:backgroundMark x1="87500" y1="43333" x2="28889" y2="36667"/>
                        <a14:backgroundMark x1="28889" y1="36667" x2="15000" y2="39167"/>
                        <a14:backgroundMark x1="15000" y1="39167" x2="14167" y2="41111"/>
                        <a14:backgroundMark x1="11389" y1="41389" x2="21944" y2="46389"/>
                        <a14:backgroundMark x1="35278" y1="51944" x2="53889" y2="52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1817" y="1138510"/>
            <a:ext cx="3482788" cy="3482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96418AF3-8FDC-68A2-46BD-E2EF2769B9BF}"/>
              </a:ext>
            </a:extLst>
          </p:cNvPr>
          <p:cNvSpPr/>
          <p:nvPr/>
        </p:nvSpPr>
        <p:spPr>
          <a:xfrm>
            <a:off x="2237826" y="3760664"/>
            <a:ext cx="1695293" cy="1556822"/>
          </a:xfrm>
          <a:prstGeom prst="wedgeRoundRectCallout">
            <a:avLst>
              <a:gd name="adj1" fmla="val -61943"/>
              <a:gd name="adj2" fmla="val 36989"/>
              <a:gd name="adj3" fmla="val 16667"/>
            </a:avLst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2365CE-BB97-265B-9C81-141EEC1856A2}"/>
              </a:ext>
            </a:extLst>
          </p:cNvPr>
          <p:cNvSpPr txBox="1"/>
          <p:nvPr/>
        </p:nvSpPr>
        <p:spPr>
          <a:xfrm>
            <a:off x="2318755" y="3938910"/>
            <a:ext cx="15334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Can you help me put my things in the right place?</a:t>
            </a:r>
          </a:p>
        </p:txBody>
      </p:sp>
      <p:pic>
        <p:nvPicPr>
          <p:cNvPr id="1046" name="Picture 22" descr="Cute Alien Clipart Kid - Green And Purple Monster - Free Transparent PNG  Clipart Images Download">
            <a:extLst>
              <a:ext uri="{FF2B5EF4-FFF2-40B4-BE49-F238E27FC236}">
                <a16:creationId xmlns:a16="http://schemas.microsoft.com/office/drawing/2014/main" id="{3301E04F-F1D0-1045-FA60-74DEA7D42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440" b="94940" l="2143" r="93095">
                        <a14:foregroundMark x1="47619" y1="7268" x2="57857" y2="8648"/>
                        <a14:foregroundMark x1="57857" y1="8648" x2="57857" y2="8648"/>
                        <a14:foregroundMark x1="28571" y1="7084" x2="29405" y2="10120"/>
                        <a14:foregroundMark x1="48214" y1="6440" x2="51786" y2="6624"/>
                        <a14:foregroundMark x1="89762" y1="49678" x2="93690" y2="53358"/>
                        <a14:foregroundMark x1="5238" y1="57774" x2="11786" y2="52346"/>
                        <a14:foregroundMark x1="2143" y1="50138" x2="6548" y2="50322"/>
                        <a14:foregroundMark x1="34048" y1="91720" x2="39524" y2="91720"/>
                        <a14:foregroundMark x1="56548" y1="93928" x2="56548" y2="91720"/>
                        <a14:foregroundMark x1="42381" y1="94572" x2="42381" y2="94940"/>
                        <a14:foregroundMark x1="51548" y1="21619" x2="49524" y2="222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124" y="4539074"/>
            <a:ext cx="1729888" cy="223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0687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30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AJA ALTENHOF</dc:creator>
  <cp:lastModifiedBy>AJA ALTENHOF</cp:lastModifiedBy>
  <cp:revision>1</cp:revision>
  <dcterms:created xsi:type="dcterms:W3CDTF">2026-03-13T18:24:43Z</dcterms:created>
  <dcterms:modified xsi:type="dcterms:W3CDTF">2026-03-13T18:51:46Z</dcterms:modified>
</cp:coreProperties>
</file>